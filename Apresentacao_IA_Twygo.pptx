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 Borba" userId="0b7525c3e5a7c1a3" providerId="LiveId" clId="{D5CC4D58-47D9-4C57-A07E-1D30925A7A34}"/>
    <pc:docChg chg="custSel modSld">
      <pc:chgData name="Kelly Borba" userId="0b7525c3e5a7c1a3" providerId="LiveId" clId="{D5CC4D58-47D9-4C57-A07E-1D30925A7A34}" dt="2026-07-01T13:21:24.844" v="372" actId="478"/>
      <pc:docMkLst>
        <pc:docMk/>
      </pc:docMkLst>
      <pc:sldChg chg="modSp mod">
        <pc:chgData name="Kelly Borba" userId="0b7525c3e5a7c1a3" providerId="LiveId" clId="{D5CC4D58-47D9-4C57-A07E-1D30925A7A34}" dt="2026-07-01T13:05:59.572" v="15" actId="20577"/>
        <pc:sldMkLst>
          <pc:docMk/>
          <pc:sldMk cId="0" sldId="257"/>
        </pc:sldMkLst>
        <pc:spChg chg="mod">
          <ac:chgData name="Kelly Borba" userId="0b7525c3e5a7c1a3" providerId="LiveId" clId="{D5CC4D58-47D9-4C57-A07E-1D30925A7A34}" dt="2026-07-01T13:05:59.572" v="15" actId="20577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Kelly Borba" userId="0b7525c3e5a7c1a3" providerId="LiveId" clId="{D5CC4D58-47D9-4C57-A07E-1D30925A7A34}" dt="2026-07-01T13:06:41.691" v="23" actId="20577"/>
        <pc:sldMkLst>
          <pc:docMk/>
          <pc:sldMk cId="0" sldId="258"/>
        </pc:sldMkLst>
        <pc:spChg chg="mod">
          <ac:chgData name="Kelly Borba" userId="0b7525c3e5a7c1a3" providerId="LiveId" clId="{D5CC4D58-47D9-4C57-A07E-1D30925A7A34}" dt="2026-07-01T13:06:13.476" v="17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06:28.771" v="21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06:41.691" v="23" actId="20577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Kelly Borba" userId="0b7525c3e5a7c1a3" providerId="LiveId" clId="{D5CC4D58-47D9-4C57-A07E-1D30925A7A34}" dt="2026-07-01T13:07:33.883" v="57" actId="20577"/>
        <pc:sldMkLst>
          <pc:docMk/>
          <pc:sldMk cId="0" sldId="259"/>
        </pc:sldMkLst>
        <pc:spChg chg="mod">
          <ac:chgData name="Kelly Borba" userId="0b7525c3e5a7c1a3" providerId="LiveId" clId="{D5CC4D58-47D9-4C57-A07E-1D30925A7A34}" dt="2026-07-01T13:07:06.843" v="25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07:33.883" v="57" actId="20577"/>
          <ac:spMkLst>
            <pc:docMk/>
            <pc:sldMk cId="0" sldId="259"/>
            <ac:spMk id="25" creationId="{00000000-0000-0000-0000-000000000000}"/>
          </ac:spMkLst>
        </pc:spChg>
      </pc:sldChg>
      <pc:sldChg chg="modSp mod">
        <pc:chgData name="Kelly Borba" userId="0b7525c3e5a7c1a3" providerId="LiveId" clId="{D5CC4D58-47D9-4C57-A07E-1D30925A7A34}" dt="2026-07-01T13:08:32.554" v="93" actId="20577"/>
        <pc:sldMkLst>
          <pc:docMk/>
          <pc:sldMk cId="0" sldId="260"/>
        </pc:sldMkLst>
        <pc:spChg chg="mod">
          <ac:chgData name="Kelly Borba" userId="0b7525c3e5a7c1a3" providerId="LiveId" clId="{D5CC4D58-47D9-4C57-A07E-1D30925A7A34}" dt="2026-07-01T13:08:11.843" v="73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07:52.105" v="59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08:16.467" v="79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08:20.508" v="85" actId="2057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08:32.554" v="93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08:24.868" v="91" actId="20577"/>
          <ac:spMkLst>
            <pc:docMk/>
            <pc:sldMk cId="0" sldId="260"/>
            <ac:spMk id="31" creationId="{00000000-0000-0000-0000-000000000000}"/>
          </ac:spMkLst>
        </pc:spChg>
      </pc:sldChg>
      <pc:sldChg chg="delSp modSp mod">
        <pc:chgData name="Kelly Borba" userId="0b7525c3e5a7c1a3" providerId="LiveId" clId="{D5CC4D58-47D9-4C57-A07E-1D30925A7A34}" dt="2026-07-01T13:21:24.844" v="372" actId="478"/>
        <pc:sldMkLst>
          <pc:docMk/>
          <pc:sldMk cId="0" sldId="261"/>
        </pc:sldMkLst>
        <pc:spChg chg="mod">
          <ac:chgData name="Kelly Borba" userId="0b7525c3e5a7c1a3" providerId="LiveId" clId="{D5CC4D58-47D9-4C57-A07E-1D30925A7A34}" dt="2026-07-01T13:09:35.692" v="132" actId="20577"/>
          <ac:spMkLst>
            <pc:docMk/>
            <pc:sldMk cId="0" sldId="261"/>
            <ac:spMk id="4" creationId="{00000000-0000-0000-0000-000000000000}"/>
          </ac:spMkLst>
        </pc:spChg>
        <pc:spChg chg="del">
          <ac:chgData name="Kelly Borba" userId="0b7525c3e5a7c1a3" providerId="LiveId" clId="{D5CC4D58-47D9-4C57-A07E-1D30925A7A34}" dt="2026-07-01T13:21:12.576" v="368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Kelly Borba" userId="0b7525c3e5a7c1a3" providerId="LiveId" clId="{D5CC4D58-47D9-4C57-A07E-1D30925A7A34}" dt="2026-07-01T13:21:17.356" v="369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Kelly Borba" userId="0b7525c3e5a7c1a3" providerId="LiveId" clId="{D5CC4D58-47D9-4C57-A07E-1D30925A7A34}" dt="2026-07-01T13:21:19.877" v="370" actId="478"/>
          <ac:spMkLst>
            <pc:docMk/>
            <pc:sldMk cId="0" sldId="261"/>
            <ac:spMk id="7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21:23.410" v="371" actId="1076"/>
          <ac:spMkLst>
            <pc:docMk/>
            <pc:sldMk cId="0" sldId="261"/>
            <ac:spMk id="8" creationId="{00000000-0000-0000-0000-000000000000}"/>
          </ac:spMkLst>
        </pc:spChg>
        <pc:spChg chg="del">
          <ac:chgData name="Kelly Borba" userId="0b7525c3e5a7c1a3" providerId="LiveId" clId="{D5CC4D58-47D9-4C57-A07E-1D30925A7A34}" dt="2026-07-01T13:21:24.844" v="372" actId="478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Kelly Borba" userId="0b7525c3e5a7c1a3" providerId="LiveId" clId="{D5CC4D58-47D9-4C57-A07E-1D30925A7A34}" dt="2026-07-01T13:10:14.892" v="148" actId="20577"/>
        <pc:sldMkLst>
          <pc:docMk/>
          <pc:sldMk cId="0" sldId="262"/>
        </pc:sldMkLst>
        <pc:spChg chg="mod">
          <ac:chgData name="Kelly Borba" userId="0b7525c3e5a7c1a3" providerId="LiveId" clId="{D5CC4D58-47D9-4C57-A07E-1D30925A7A34}" dt="2026-07-01T13:09:43.086" v="134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0:04.509" v="144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0:14.892" v="148" actId="20577"/>
          <ac:spMkLst>
            <pc:docMk/>
            <pc:sldMk cId="0" sldId="262"/>
            <ac:spMk id="22" creationId="{00000000-0000-0000-0000-000000000000}"/>
          </ac:spMkLst>
        </pc:spChg>
      </pc:sldChg>
      <pc:sldChg chg="modSp mod">
        <pc:chgData name="Kelly Borba" userId="0b7525c3e5a7c1a3" providerId="LiveId" clId="{D5CC4D58-47D9-4C57-A07E-1D30925A7A34}" dt="2026-07-01T13:11:55.428" v="238" actId="20577"/>
        <pc:sldMkLst>
          <pc:docMk/>
          <pc:sldMk cId="0" sldId="263"/>
        </pc:sldMkLst>
        <pc:spChg chg="mod">
          <ac:chgData name="Kelly Borba" userId="0b7525c3e5a7c1a3" providerId="LiveId" clId="{D5CC4D58-47D9-4C57-A07E-1D30925A7A34}" dt="2026-07-01T13:10:23.324" v="154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0:51.621" v="178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1:36.490" v="208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0:56.132" v="184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1:04.241" v="188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1:44.445" v="226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1:55.428" v="238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1:09.564" v="194" actId="20577"/>
          <ac:spMkLst>
            <pc:docMk/>
            <pc:sldMk cId="0" sldId="263"/>
            <ac:spMk id="22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1:18.459" v="202" actId="20577"/>
          <ac:spMkLst>
            <pc:docMk/>
            <pc:sldMk cId="0" sldId="263"/>
            <ac:spMk id="23" creationId="{00000000-0000-0000-0000-000000000000}"/>
          </ac:spMkLst>
        </pc:spChg>
      </pc:sldChg>
      <pc:sldChg chg="modSp mod">
        <pc:chgData name="Kelly Borba" userId="0b7525c3e5a7c1a3" providerId="LiveId" clId="{D5CC4D58-47D9-4C57-A07E-1D30925A7A34}" dt="2026-07-01T13:13:30.058" v="288" actId="20577"/>
        <pc:sldMkLst>
          <pc:docMk/>
          <pc:sldMk cId="0" sldId="264"/>
        </pc:sldMkLst>
        <pc:spChg chg="mod">
          <ac:chgData name="Kelly Borba" userId="0b7525c3e5a7c1a3" providerId="LiveId" clId="{D5CC4D58-47D9-4C57-A07E-1D30925A7A34}" dt="2026-07-01T13:12:08.930" v="240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2:15.761" v="246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2:28.059" v="251" actId="2057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2:34.206" v="253" actId="20577"/>
          <ac:spMkLst>
            <pc:docMk/>
            <pc:sldMk cId="0" sldId="264"/>
            <ac:spMk id="22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2:48.187" v="258" actId="20577"/>
          <ac:spMkLst>
            <pc:docMk/>
            <pc:sldMk cId="0" sldId="264"/>
            <ac:spMk id="23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2:53.873" v="266" actId="2057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3:04.620" v="272" actId="20577"/>
          <ac:spMkLst>
            <pc:docMk/>
            <pc:sldMk cId="0" sldId="264"/>
            <ac:spMk id="31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3:16.580" v="276" actId="20577"/>
          <ac:spMkLst>
            <pc:docMk/>
            <pc:sldMk cId="0" sldId="264"/>
            <ac:spMk id="33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3:30.058" v="288" actId="20577"/>
          <ac:spMkLst>
            <pc:docMk/>
            <pc:sldMk cId="0" sldId="264"/>
            <ac:spMk id="34" creationId="{00000000-0000-0000-0000-000000000000}"/>
          </ac:spMkLst>
        </pc:spChg>
      </pc:sldChg>
      <pc:sldChg chg="modSp mod">
        <pc:chgData name="Kelly Borba" userId="0b7525c3e5a7c1a3" providerId="LiveId" clId="{D5CC4D58-47D9-4C57-A07E-1D30925A7A34}" dt="2026-07-01T13:16:03.426" v="367" actId="20577"/>
        <pc:sldMkLst>
          <pc:docMk/>
          <pc:sldMk cId="0" sldId="265"/>
        </pc:sldMkLst>
        <pc:spChg chg="mod">
          <ac:chgData name="Kelly Borba" userId="0b7525c3e5a7c1a3" providerId="LiveId" clId="{D5CC4D58-47D9-4C57-A07E-1D30925A7A34}" dt="2026-07-01T13:13:45.003" v="298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4:24.019" v="307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4:25.849" v="309" actId="5793"/>
          <ac:spMkLst>
            <pc:docMk/>
            <pc:sldMk cId="0" sldId="265"/>
            <ac:spMk id="9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4:27.066" v="310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4:29.131" v="311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4:31.954" v="312" actId="2057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4:38.916" v="318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4:48.197" v="327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5:07.418" v="343" actId="2057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5:35.092" v="351" actId="2057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Kelly Borba" userId="0b7525c3e5a7c1a3" providerId="LiveId" clId="{D5CC4D58-47D9-4C57-A07E-1D30925A7A34}" dt="2026-07-01T13:16:03.426" v="367" actId="20577"/>
          <ac:spMkLst>
            <pc:docMk/>
            <pc:sldMk cId="0" sldId="265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76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CS com IA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5029200" cy="36576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Preditivo de Risco de Reimplantacao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Kelly Borba  |  Customer Success Manager  |  Twygo  |  Junho/2026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-731520"/>
            <a:ext cx="2560320" cy="2560320"/>
          </a:xfrm>
          <a:prstGeom prst="ellipse">
            <a:avLst/>
          </a:prstGeom>
          <a:solidFill>
            <a:srgbClr val="9349DE">
              <a:alpha val="15000"/>
            </a:srgbClr>
          </a:solidFill>
          <a:ln w="25400">
            <a:solidFill>
              <a:srgbClr val="9349D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863840" y="182880"/>
            <a:ext cx="1645920" cy="1645920"/>
          </a:xfrm>
          <a:prstGeom prst="ellipse">
            <a:avLst/>
          </a:prstGeom>
          <a:solidFill>
            <a:srgbClr val="9349DE">
              <a:alpha val="25000"/>
            </a:srgbClr>
          </a:solidFill>
          <a:ln w="12700">
            <a:solidFill>
              <a:srgbClr val="9349D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estamos resolvendo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143000"/>
            <a:ext cx="5486400" cy="594360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828800" y="11430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Perdemos clientes sem perceber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234440" y="1993392"/>
            <a:ext cx="822960" cy="82296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34440" y="19933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2907792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invisivel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33375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cancela sem que o CS tenha chance de agir antes.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92024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187952" y="1993392"/>
            <a:ext cx="822960" cy="8229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187952" y="19933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2907792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reativo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3375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descobrimos o problema quando o cliente ja esta frustrado.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192024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9349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141464" y="1993392"/>
            <a:ext cx="822960" cy="822960"/>
          </a:xfrm>
          <a:prstGeom prst="ellipse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141464" y="19933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91072" y="2907792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existem, mas </a:t>
            </a:r>
            <a:r>
              <a:rPr lang="en-US" sz="1300" b="1" dirty="0" err="1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</a:t>
            </a: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</a:t>
            </a: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1072" y="33375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tickets estao no HubSpot, mas ninguem analisa os padroes sistematicamente.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Reconquistar um cliente perdido custa 10x mais do que rete-lo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que estavamos ignorando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4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tickets no </a:t>
            </a:r>
            <a:r>
              <a:rPr lang="en-US" sz="2200" b="1" dirty="0" err="1">
                <a:solidFill>
                  <a:srgbClr val="934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</a:t>
            </a:r>
            <a:r>
              <a:rPr lang="en-US" sz="2200" b="1" dirty="0">
                <a:solidFill>
                  <a:srgbClr val="934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934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r>
              <a:rPr lang="en-US" sz="2200" b="1" dirty="0">
                <a:solidFill>
                  <a:srgbClr val="934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cliente com dificuldade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uma empresa abre 3 ou mais atendimentos de suporte no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sinalizando que nao consegue usar a plataforma com autonomia. Esse e o momento de agir — antes que vire churn.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1572768" cy="4572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de acesso / login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21408" y="3154680"/>
            <a:ext cx="1572768" cy="457200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121408" y="3154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Duvida de uso da plataforma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3154680"/>
            <a:ext cx="1572768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785616" y="3154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Conteudo nao carrega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9824" y="3154680"/>
            <a:ext cx="1572768" cy="457200"/>
          </a:xfrm>
          <a:prstGeom prst="rect">
            <a:avLst/>
          </a:prstGeom>
          <a:solidFill>
            <a:srgbClr val="2D35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449824" y="3154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Questionário</a:t>
            </a: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problema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14032" y="3154680"/>
            <a:ext cx="1572768" cy="4572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114032" y="3154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com problema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Esses sao os tipos de dor que a IA detecta automaticamente nos atendimentos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IA resolve isso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3291840"/>
          </a:xfrm>
          <a:prstGeom prst="rect">
            <a:avLst/>
          </a:prstGeom>
          <a:solidFill>
            <a:srgbClr val="2D35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325880"/>
            <a:ext cx="914400" cy="9144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automatica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926080"/>
            <a:ext cx="23408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a API do HubSpot e baixa todos os tickets automaticamente, com data, prioridade e analista responsavel.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44368" y="2651760"/>
            <a:ext cx="228600" cy="7315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944368" y="254203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560320" cy="3291840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461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023360" y="1325880"/>
            <a:ext cx="914400" cy="9144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023360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com 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0128" y="2926080"/>
            <a:ext cx="23408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o tipo de dor, identifica a empresa pelo nome, calcula o nivel de risco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2651760"/>
            <a:ext cx="228600" cy="7315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779008" y="254203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1188720"/>
            <a:ext cx="2560320" cy="32918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0807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58000" y="1325880"/>
            <a:ext cx="914400" cy="9144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858000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2377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visual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44768" y="2926080"/>
            <a:ext cx="23408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em tempo real com alertas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recomendada para o CS.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classificacao de risco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solidFill>
            <a:srgbClr val="F9F9F9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097280" cy="7772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REIMPLANTACAO URGENTE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5270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tickets/mes + dores de uso recorrentes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307592"/>
            <a:ext cx="18288" cy="4572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206240" y="1325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Acao imediata — contato do CSM hoje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8595360" cy="777240"/>
          </a:xfrm>
          <a:prstGeom prst="rect">
            <a:avLst/>
          </a:prstGeom>
          <a:solidFill>
            <a:srgbClr val="F9F9F9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1097280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74320" y="20574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REIMPLANTACAO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441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acima do esperado no </a:t>
            </a:r>
            <a:r>
              <a:rPr lang="en-US" sz="10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221992"/>
            <a:ext cx="18288" cy="4572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206240" y="2240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Investigar autonomia do cliente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8595360" cy="777240"/>
          </a:xfrm>
          <a:prstGeom prst="rect">
            <a:avLst/>
          </a:prstGeom>
          <a:solidFill>
            <a:srgbClr val="F9F9F9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1097280" cy="7772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74320" y="29718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355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Dificuldades detectadas, volume 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3136392"/>
            <a:ext cx="18288" cy="4572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206240" y="3154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semanas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solidFill>
            <a:srgbClr val="F9F9F9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274320" y="3886200"/>
            <a:ext cx="1097280" cy="7772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74320" y="38862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INDICATIVO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270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Atendimentos pontuais ou bugs </a:t>
            </a:r>
            <a:r>
              <a:rPr lang="en-US" sz="10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4050792"/>
            <a:ext cx="18288" cy="4572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206240" y="4069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Manter relacionamento regular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em acao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Visao em tempo real de todas as empresas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em linguagem natural: por que cada cliente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sinalizado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volume de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atendimentos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risco e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CSV para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imediatas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time de CS.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7950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4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DEMONSTRACAO AO VIVO 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F0E8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Dica: No PowerPoint, clique em Inserir &gt; Video &gt; Este Dispositivo para adicionar a gravacao da tela do painel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revelou (Jan-Jun 2026)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164592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34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6.212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analisados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20240" cy="164592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468880" y="1417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2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468880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identificadas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2024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1920240" cy="16459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risco de reimplantacao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192024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675120" y="1188720"/>
            <a:ext cx="1920240" cy="16459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675120" y="1417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675120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motivos principais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motivos: 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uso  |  Erro / Bug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Inscrição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incorreta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Esses dados estavam no HubSpot — a IA os transformou </a:t>
            </a:r>
            <a:r>
              <a:rPr lang="en-US" sz="1300" i="1" dirty="0" err="1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300" i="1" dirty="0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i="1" dirty="0" err="1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</a:t>
            </a:r>
            <a:r>
              <a:rPr lang="en-US" sz="1300" i="1" dirty="0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300" i="1" dirty="0" err="1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ganhamos com isso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94360" cy="59436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</a:t>
            </a: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churn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Agir antes do cancelamento,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depois. Custo 10x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reconquistar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 novo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594360" cy="594360"/>
          </a:xfrm>
          <a:prstGeom prst="ellipse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0060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3212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operacional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508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manual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substituídas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594360" cy="5943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</a:t>
            </a: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14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objetivo para o CS focar onde o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real.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240280"/>
            <a:ext cx="594360" cy="594360"/>
          </a:xfrm>
          <a:prstGeom prst="ellipse">
            <a:avLst/>
          </a:prstGeom>
          <a:solidFill>
            <a:srgbClr val="2D35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0060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</a:t>
            </a: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300" b="1" dirty="0" err="1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514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executiva em tempo real para tomada de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594360" cy="594360"/>
          </a:xfrm>
          <a:prstGeom prst="ellipse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6576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r>
              <a:rPr lang="en-US" sz="13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IA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520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para integrar Claude (Anthropic) para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personalizadas.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evolucao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7863840" cy="5486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554480" y="2359152"/>
            <a:ext cx="320040" cy="32004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11887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143000"/>
            <a:ext cx="1645920" cy="32004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17320" y="1143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operacional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Monitoramento de risco por empresa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Dados HubSpot Jan-Jun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Classificacao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automática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dores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 com filtros e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359152"/>
            <a:ext cx="320040" cy="320040"/>
          </a:xfrm>
          <a:prstGeom prst="ellipse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743200" cy="1188720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20040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1143000"/>
            <a:ext cx="1645920" cy="32004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160520" y="1143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 TOKEN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15361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 + Leitura de chats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íntegra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chats de atendimento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dor real do cliente por empresa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Comunicados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automáticos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agenda de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CS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linguagem natural por empresa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2359152"/>
            <a:ext cx="320040" cy="320040"/>
          </a:xfrm>
          <a:prstGeom prst="ellipse">
            <a:avLst/>
          </a:prstGeom>
          <a:solidFill>
            <a:srgbClr val="2D35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943600" y="1097280"/>
            <a:ext cx="2743200" cy="1188720"/>
          </a:xfrm>
          <a:prstGeom prst="rect">
            <a:avLst/>
          </a:prstGeom>
          <a:solidFill>
            <a:srgbClr val="2D35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94360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1143000"/>
            <a:ext cx="1645920" cy="32004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903720" y="1143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600" y="15361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Score + CRM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de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cliente em tempo real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Integrado ao HubSpot CRM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Playbooks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automáticos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risco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churn 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204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futura e status atual da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457200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desejamos no futuro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55648"/>
            <a:ext cx="256032" cy="256032"/>
          </a:xfrm>
          <a:prstGeom prst="ellipse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IA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 atendimentos via chat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íntegra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58568"/>
            <a:ext cx="256032" cy="256032"/>
          </a:xfrm>
          <a:prstGeom prst="ellipse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8368" y="2221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Relata a real dor do cliente com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761488"/>
            <a:ext cx="256032" cy="256032"/>
          </a:xfrm>
          <a:prstGeom prst="ellipse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8368" y="27249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comunicados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automáticos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as CSs;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264408"/>
            <a:ext cx="256032" cy="256032"/>
          </a:xfrm>
          <a:prstGeom prst="ellipse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8368" y="3227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criam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agenda de engajamento com o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sinalizado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767328"/>
            <a:ext cx="256032" cy="256032"/>
          </a:xfrm>
          <a:prstGeom prst="ellipse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58368" y="3730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integrado ao HubSpot, sem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esforco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manua.l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27432" cy="36576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114800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atual — </a:t>
            </a: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liberação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4114800" cy="123444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92040" y="18105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com Julia e João: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1031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token da API OpenAI/Anthropic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João aguarda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reunião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interna sobre gerenciamento de chaves de API antes de liberar o acesso.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114800" cy="960120"/>
          </a:xfrm>
          <a:prstGeom prst="rect">
            <a:avLst/>
          </a:prstGeom>
          <a:solidFill>
            <a:srgbClr val="F0E8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9204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Solucao intermediaria sugerida: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4015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dados mockados (dados fictícios inseridos diretamente no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como exemplo de funcionamento,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liberacão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token.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11480" y="457200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 token liberado: a </a:t>
            </a:r>
            <a:r>
              <a:rPr lang="en-US" sz="1100" dirty="0" err="1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</a:t>
            </a:r>
            <a:r>
              <a:rPr lang="en-US" sz="1100" dirty="0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automática</a:t>
            </a:r>
            <a:r>
              <a:rPr lang="en-US" sz="1100" dirty="0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comunicados e agendas de engajamento para as CSs </a:t>
            </a:r>
            <a:r>
              <a:rPr lang="en-US" sz="1100" dirty="0" err="1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r>
              <a:rPr lang="en-US" sz="1100" dirty="0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estará</a:t>
            </a:r>
            <a:r>
              <a:rPr lang="en-US" sz="1100" dirty="0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</a:t>
            </a:r>
            <a:r>
              <a:rPr lang="en-US" sz="1100" dirty="0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9349DE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9349DE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349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34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Transformando dados de suporte em acoes preventivas de 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5486400" cy="54864"/>
          </a:xfrm>
          <a:prstGeom prst="rect">
            <a:avLst/>
          </a:prstGeom>
          <a:solidFill>
            <a:srgbClr val="4444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"Nao esperamos o cliente pedir para sair. A IA nos avisa antes."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Kelly Borba  |  kelly.borba@twygo.com  |  Twygo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847</Words>
  <Application>Microsoft Office PowerPoint</Application>
  <PresentationFormat>Apresentação na tela (16:9)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CS com IA - Twygo</dc:title>
  <dc:subject>PptxGenJS Presentation</dc:subject>
  <dc:creator>Kelly Borba</dc:creator>
  <cp:lastModifiedBy>Kelly Borba</cp:lastModifiedBy>
  <cp:revision>1</cp:revision>
  <dcterms:created xsi:type="dcterms:W3CDTF">2026-07-01T13:03:59Z</dcterms:created>
  <dcterms:modified xsi:type="dcterms:W3CDTF">2026-07-01T13:21:34Z</dcterms:modified>
</cp:coreProperties>
</file>